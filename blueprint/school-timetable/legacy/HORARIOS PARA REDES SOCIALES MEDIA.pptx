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7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3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9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2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7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0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7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E6DB7-D483-4470-B7AD-53D11AFBD2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7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37042" y="390304"/>
            <a:ext cx="1931939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1er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98677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INNOVACIONES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21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44255" y="390304"/>
            <a:ext cx="191751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1er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152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INNOVACIONES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172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692157" y="390304"/>
            <a:ext cx="202170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30250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INNOVACIONES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161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699371" y="390304"/>
            <a:ext cx="200728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31274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INNOVACIONES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 Y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30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37042" y="390304"/>
            <a:ext cx="1931940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3er 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73716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endParaRPr lang="en-US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 Y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INNOVACIONES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277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44256" y="390304"/>
            <a:ext cx="191751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3er 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139713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INNOVACIONES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TECNOLOGICAS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VOCACIONAL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816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35952" y="390304"/>
            <a:ext cx="1934120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4to 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490143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 LA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283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43165" y="390304"/>
            <a:ext cx="191969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4to 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33017"/>
              </p:ext>
            </p:extLst>
          </p:nvPr>
        </p:nvGraphicFramePr>
        <p:xfrm>
          <a:off x="856210" y="1254391"/>
          <a:ext cx="10706792" cy="48758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 LA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SOBERANIA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111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35952" y="390304"/>
            <a:ext cx="1934119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670954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TIERRA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 DE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SOBERANIA 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987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MEDIA GENERAL</a:t>
            </a:r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743164" y="390304"/>
            <a:ext cx="191969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Año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236089"/>
              </p:ext>
            </p:extLst>
          </p:nvPr>
        </p:nvGraphicFramePr>
        <p:xfrm>
          <a:off x="856210" y="1254391"/>
          <a:ext cx="10706792" cy="494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382">
                  <a:extLst>
                    <a:ext uri="{9D8B030D-6E8A-4147-A177-3AD203B41FA5}">
                      <a16:colId xmlns:a16="http://schemas.microsoft.com/office/drawing/2014/main" val="9241257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46217964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714879879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2380313791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3799998926"/>
                    </a:ext>
                  </a:extLst>
                </a:gridCol>
                <a:gridCol w="1797882">
                  <a:extLst>
                    <a:ext uri="{9D8B030D-6E8A-4147-A177-3AD203B41FA5}">
                      <a16:colId xmlns:a16="http://schemas.microsoft.com/office/drawing/2014/main" val="1539561901"/>
                    </a:ext>
                  </a:extLst>
                </a:gridCol>
              </a:tblGrid>
              <a:tr h="2511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65117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07:00 A 07:40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ORIENTACIÓN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VOCACIONAL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626968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07:40 A 08:20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99332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08:20 A 08:35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36273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08:35 A  09:15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GEOGRAFIA,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HISTORIA Y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CIUDADANIA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34201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09:15 A 09:55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46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09:55 A 10:10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671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10:10 A 10:50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QUIMICA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</a:t>
                      </a:r>
                      <a:b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CASTELLANO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2697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10:50 A 11:30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89674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 A 11:45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072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11:45 A 12:25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SEMINARIO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INVESTIGACIÓN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DE 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TIERRA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 DE</a:t>
                      </a:r>
                      <a:b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SOBERANIA NACIONAL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03044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12:25 A 01:05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54956"/>
                  </a:ext>
                </a:extLst>
              </a:tr>
              <a:tr h="263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01:05 A 01:35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1960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01:35 A 02:15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(HEMBRAS)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  <a:p>
                      <a:pPr algn="ctr" fontAlgn="ctr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(VARONES)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2)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INFORMATICA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(GRUPO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6766"/>
                  </a:ext>
                </a:extLst>
              </a:tr>
              <a:tr h="350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02:15 A 02:55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4179111"/>
                  </a:ext>
                </a:extLst>
              </a:tr>
            </a:tbl>
          </a:graphicData>
        </a:graphic>
      </p:graphicFrame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947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1038</Words>
  <Application>Microsoft Office PowerPoint</Application>
  <PresentationFormat>Panorámica</PresentationFormat>
  <Paragraphs>572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</dc:creator>
  <cp:lastModifiedBy>Usuario</cp:lastModifiedBy>
  <cp:revision>104</cp:revision>
  <cp:lastPrinted>2025-09-11T16:10:50Z</cp:lastPrinted>
  <dcterms:created xsi:type="dcterms:W3CDTF">2025-09-04T12:28:21Z</dcterms:created>
  <dcterms:modified xsi:type="dcterms:W3CDTF">2026-04-24T10:45:04Z</dcterms:modified>
</cp:coreProperties>
</file>