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7053263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E6DB7-D483-4470-B7AD-53D11AFBD20C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93310-8456-42F6-8AC0-AE876E7EDF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578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E6DB7-D483-4470-B7AD-53D11AFBD20C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93310-8456-42F6-8AC0-AE876E7EDF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322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E6DB7-D483-4470-B7AD-53D11AFBD20C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93310-8456-42F6-8AC0-AE876E7EDF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338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E6DB7-D483-4470-B7AD-53D11AFBD20C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93310-8456-42F6-8AC0-AE876E7EDF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96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E6DB7-D483-4470-B7AD-53D11AFBD20C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93310-8456-42F6-8AC0-AE876E7EDF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427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E6DB7-D483-4470-B7AD-53D11AFBD20C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93310-8456-42F6-8AC0-AE876E7EDF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57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E6DB7-D483-4470-B7AD-53D11AFBD20C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93310-8456-42F6-8AC0-AE876E7EDF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572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E6DB7-D483-4470-B7AD-53D11AFBD20C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93310-8456-42F6-8AC0-AE876E7EDF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21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E6DB7-D483-4470-B7AD-53D11AFBD20C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93310-8456-42F6-8AC0-AE876E7EDF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82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E6DB7-D483-4470-B7AD-53D11AFBD20C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93310-8456-42F6-8AC0-AE876E7EDF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401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E6DB7-D483-4470-B7AD-53D11AFBD20C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93310-8456-42F6-8AC0-AE876E7EDF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870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BE6DB7-D483-4470-B7AD-53D11AFBD20C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93310-8456-42F6-8AC0-AE876E7EDF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979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/>
        </p:nvSpPr>
        <p:spPr>
          <a:xfrm>
            <a:off x="5036334" y="187679"/>
            <a:ext cx="497932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HORARIO DE CLASES </a:t>
            </a:r>
          </a:p>
          <a:p>
            <a:pPr algn="ctr"/>
            <a:r>
              <a:rPr lang="es-E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PRIMARIA 2025-2026</a:t>
            </a:r>
            <a:endParaRPr lang="es-ES" sz="28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9291444" y="390303"/>
            <a:ext cx="2307748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400" b="0" u="sng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1er </a:t>
            </a:r>
            <a:r>
              <a:rPr lang="es-ES" sz="3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Grado</a:t>
            </a:r>
            <a:r>
              <a:rPr lang="es-ES" sz="3400" b="0" u="sng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</a:t>
            </a:r>
            <a:endParaRPr lang="es-ES" sz="34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7674123" y="6289705"/>
            <a:ext cx="3478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1400" b="1" dirty="0" smtClean="0"/>
              <a:t>Licda. </a:t>
            </a:r>
            <a:r>
              <a:rPr lang="es-VE" sz="1400" b="1" dirty="0" err="1" smtClean="0"/>
              <a:t>Escarleth</a:t>
            </a:r>
            <a:r>
              <a:rPr lang="es-VE" sz="1400" b="1" dirty="0" smtClean="0"/>
              <a:t> López de </a:t>
            </a:r>
            <a:r>
              <a:rPr lang="es-VE" sz="1400" b="1" dirty="0" err="1" smtClean="0"/>
              <a:t>Antolini</a:t>
            </a:r>
            <a:endParaRPr lang="es-VE" sz="1400" b="1" dirty="0" smtClean="0"/>
          </a:p>
          <a:p>
            <a:pPr algn="ctr"/>
            <a:r>
              <a:rPr lang="es-VE" sz="1400" b="1" dirty="0" smtClean="0"/>
              <a:t>Directora Académica</a:t>
            </a:r>
            <a:endParaRPr lang="en-US" sz="1400" b="1" dirty="0"/>
          </a:p>
        </p:txBody>
      </p:sp>
      <p:pic>
        <p:nvPicPr>
          <p:cNvPr id="10" name="0 Imagen" descr="logo fray luis amigo.jpg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926" b="98519" l="5185" r="95556">
                        <a14:foregroundMark x1="41481" y1="22963" x2="54074" y2="25926"/>
                        <a14:foregroundMark x1="50370" y1="5926" x2="50370" y2="5926"/>
                        <a14:foregroundMark x1="37037" y1="45185" x2="40741" y2="31852"/>
                        <a14:foregroundMark x1="22222" y1="69630" x2="54074" y2="844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4251" y="187679"/>
            <a:ext cx="1020903" cy="924421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1661329" y="344137"/>
            <a:ext cx="387193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COLEGIO FRAY LUIS AMIGÓ</a:t>
            </a:r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 algn="ctr"/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SAN FELIPE - YARACUY</a:t>
            </a:r>
            <a:endParaRPr lang="es-ES" sz="20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6401990"/>
              </p:ext>
            </p:extLst>
          </p:nvPr>
        </p:nvGraphicFramePr>
        <p:xfrm>
          <a:off x="872838" y="1208481"/>
          <a:ext cx="10440783" cy="4931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35438">
                  <a:extLst>
                    <a:ext uri="{9D8B030D-6E8A-4147-A177-3AD203B41FA5}">
                      <a16:colId xmlns:a16="http://schemas.microsoft.com/office/drawing/2014/main" val="2814926253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2077250739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1812563113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899573804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606635989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2988311552"/>
                    </a:ext>
                  </a:extLst>
                </a:gridCol>
              </a:tblGrid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HORAS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LUNES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MARTES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MIERCOLES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JUEVES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VIERNES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8435905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07:20 A 08:00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</a:t>
                      </a:r>
                      <a:b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ESTÉTICA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 </a:t>
                      </a:r>
                      <a:b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FORMACIÓN</a:t>
                      </a:r>
                      <a:b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HUMANO</a:t>
                      </a:r>
                      <a:b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CRISTIANA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CIENCIAS </a:t>
                      </a:r>
                      <a:b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SOCIALES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LENGUA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2098072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08:00 A 08:40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9970414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08:40 A 09:10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321466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09:10 A  09:50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 (1)</a:t>
                      </a:r>
                      <a:b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ROBÓTICA (2)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LENGUA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CIENCIAS </a:t>
                      </a:r>
                      <a:b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SOCIALES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CIENCIAS </a:t>
                      </a:r>
                      <a:b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NATURALES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9725641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09:50 A 10:30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400711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10:30 A 10:45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728037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10:45: A 11:20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 (2)</a:t>
                      </a:r>
                      <a:b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ROBÓTICA (1)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MÚSICA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CIENCIAS </a:t>
                      </a:r>
                      <a:b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NATURALES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5327669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11:20 A 11:55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9157655"/>
                  </a:ext>
                </a:extLst>
              </a:tr>
              <a:tr h="5801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11:55 A 12:30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LENGUA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SOCIO </a:t>
                      </a:r>
                      <a:b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EMOCIONAL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152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217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/>
        </p:nvSpPr>
        <p:spPr>
          <a:xfrm>
            <a:off x="5036334" y="187679"/>
            <a:ext cx="497932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HORARIO DE CLASES </a:t>
            </a:r>
          </a:p>
          <a:p>
            <a:pPr algn="ctr"/>
            <a:r>
              <a:rPr lang="es-E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PRIMARIA 2025-2026</a:t>
            </a:r>
            <a:endParaRPr lang="es-ES" sz="28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9315283" y="436470"/>
            <a:ext cx="2293321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400" b="0" u="sng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1er </a:t>
            </a:r>
            <a:r>
              <a:rPr lang="es-ES" sz="3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Grado</a:t>
            </a:r>
            <a:r>
              <a:rPr lang="es-ES" sz="3400" b="0" u="sng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ES" sz="3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  <a:endParaRPr lang="es-ES" sz="34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7674123" y="6289705"/>
            <a:ext cx="3478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1400" b="1" dirty="0" smtClean="0"/>
              <a:t>Licda. </a:t>
            </a:r>
            <a:r>
              <a:rPr lang="es-VE" sz="1400" b="1" dirty="0" err="1" smtClean="0"/>
              <a:t>Escarleth</a:t>
            </a:r>
            <a:r>
              <a:rPr lang="es-VE" sz="1400" b="1" dirty="0" smtClean="0"/>
              <a:t> López de </a:t>
            </a:r>
            <a:r>
              <a:rPr lang="es-VE" sz="1400" b="1" dirty="0" err="1" smtClean="0"/>
              <a:t>Antolini</a:t>
            </a:r>
            <a:endParaRPr lang="es-VE" sz="1400" b="1" dirty="0" smtClean="0"/>
          </a:p>
          <a:p>
            <a:pPr algn="ctr"/>
            <a:r>
              <a:rPr lang="es-VE" sz="1400" b="1" dirty="0" smtClean="0"/>
              <a:t>Directora Académica</a:t>
            </a:r>
            <a:endParaRPr lang="en-US" sz="1400" b="1" dirty="0"/>
          </a:p>
        </p:txBody>
      </p:sp>
      <p:pic>
        <p:nvPicPr>
          <p:cNvPr id="10" name="0 Imagen" descr="logo fray luis amigo.jpg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926" b="98519" l="5185" r="95556">
                        <a14:foregroundMark x1="41481" y1="22963" x2="54074" y2="25926"/>
                        <a14:foregroundMark x1="50370" y1="5926" x2="50370" y2="5926"/>
                        <a14:foregroundMark x1="37037" y1="45185" x2="40741" y2="31852"/>
                        <a14:foregroundMark x1="22222" y1="69630" x2="54074" y2="844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4251" y="187679"/>
            <a:ext cx="1020903" cy="924421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1661329" y="344137"/>
            <a:ext cx="387193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COLEGIO FRAY LUIS AMIGÓ</a:t>
            </a:r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 algn="ctr"/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SAN FELIPE - YARACUY</a:t>
            </a:r>
            <a:endParaRPr lang="es-ES" sz="20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0808267"/>
              </p:ext>
            </p:extLst>
          </p:nvPr>
        </p:nvGraphicFramePr>
        <p:xfrm>
          <a:off x="872838" y="1208481"/>
          <a:ext cx="10440783" cy="4931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35438">
                  <a:extLst>
                    <a:ext uri="{9D8B030D-6E8A-4147-A177-3AD203B41FA5}">
                      <a16:colId xmlns:a16="http://schemas.microsoft.com/office/drawing/2014/main" val="2814926253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2077250739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1812563113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899573804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606635989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2988311552"/>
                    </a:ext>
                  </a:extLst>
                </a:gridCol>
              </a:tblGrid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HORAS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LUNES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MARTES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MIERCOLES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JUEVES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VIERNES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8435905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07:20 A 08:00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 (1)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ROBÓTICA (2)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 (2)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ROBÓTICA (1)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MÚSICA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2098072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08:00 A 08:40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9970414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08:40 A 09:10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321466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09:10 A  09:50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CIENCIAS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SOCIALES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CIENCIAS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SOCIALES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FORMACIÓN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HUMANO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CRISTIANA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ESTÉTICA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9725641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09:50 A 10:30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400711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10:30 A 10:45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728037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10:45: A 11:20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LENGUA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CIENCIAS 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NATURALES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LENGUA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CIENCIAS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NATURALES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5327669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11:20 A 11:55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9157655"/>
                  </a:ext>
                </a:extLst>
              </a:tr>
              <a:tr h="5801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11:55 A 12:30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LENGUA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SOCIO 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EMOCIONAL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152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699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/>
        </p:nvSpPr>
        <p:spPr>
          <a:xfrm>
            <a:off x="5036334" y="187679"/>
            <a:ext cx="497932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HORARIO DE CLASES </a:t>
            </a:r>
          </a:p>
          <a:p>
            <a:pPr algn="ctr"/>
            <a:r>
              <a:rPr lang="es-E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PRIMARIA 2025-2026</a:t>
            </a:r>
            <a:endParaRPr lang="es-ES" sz="28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9254873" y="404840"/>
            <a:ext cx="2397516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2do</a:t>
            </a:r>
            <a:r>
              <a:rPr lang="es-ES" sz="3400" b="0" u="sng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ES" sz="3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Grado</a:t>
            </a:r>
            <a:r>
              <a:rPr lang="es-ES" sz="3400" b="0" u="sng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ES" sz="34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endParaRPr lang="es-ES" sz="34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7674123" y="6289705"/>
            <a:ext cx="3478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1400" b="1" dirty="0" smtClean="0"/>
              <a:t>Licda. </a:t>
            </a:r>
            <a:r>
              <a:rPr lang="es-VE" sz="1400" b="1" dirty="0" err="1" smtClean="0"/>
              <a:t>Escarleth</a:t>
            </a:r>
            <a:r>
              <a:rPr lang="es-VE" sz="1400" b="1" dirty="0" smtClean="0"/>
              <a:t> López de </a:t>
            </a:r>
            <a:r>
              <a:rPr lang="es-VE" sz="1400" b="1" dirty="0" err="1" smtClean="0"/>
              <a:t>Antolini</a:t>
            </a:r>
            <a:endParaRPr lang="es-VE" sz="1400" b="1" dirty="0" smtClean="0"/>
          </a:p>
          <a:p>
            <a:pPr algn="ctr"/>
            <a:r>
              <a:rPr lang="es-VE" sz="1400" b="1" dirty="0" smtClean="0"/>
              <a:t>Directora Académica</a:t>
            </a:r>
            <a:endParaRPr lang="en-US" sz="1400" b="1" dirty="0"/>
          </a:p>
        </p:txBody>
      </p:sp>
      <p:pic>
        <p:nvPicPr>
          <p:cNvPr id="10" name="0 Imagen" descr="logo fray luis amigo.jpg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926" b="98519" l="5185" r="95556">
                        <a14:foregroundMark x1="41481" y1="22963" x2="54074" y2="25926"/>
                        <a14:foregroundMark x1="50370" y1="5926" x2="50370" y2="5926"/>
                        <a14:foregroundMark x1="37037" y1="45185" x2="40741" y2="31852"/>
                        <a14:foregroundMark x1="22222" y1="69630" x2="54074" y2="844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4251" y="187679"/>
            <a:ext cx="1020903" cy="924421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1661329" y="344137"/>
            <a:ext cx="387193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COLEGIO FRAY LUIS AMIGÓ</a:t>
            </a:r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 algn="ctr"/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SAN FELIPE - YARACUY</a:t>
            </a:r>
            <a:endParaRPr lang="es-ES" sz="20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4439033"/>
              </p:ext>
            </p:extLst>
          </p:nvPr>
        </p:nvGraphicFramePr>
        <p:xfrm>
          <a:off x="872838" y="1208481"/>
          <a:ext cx="10440783" cy="4931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35438">
                  <a:extLst>
                    <a:ext uri="{9D8B030D-6E8A-4147-A177-3AD203B41FA5}">
                      <a16:colId xmlns:a16="http://schemas.microsoft.com/office/drawing/2014/main" val="2814926253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2077250739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1812563113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899573804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606635989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2988311552"/>
                    </a:ext>
                  </a:extLst>
                </a:gridCol>
              </a:tblGrid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HORAS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LUNES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MARTES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MIERCOLES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JUEVES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VIERNES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8435905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07:20 A 08:00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LENGUA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CIENCIAS 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SOCIALES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CIENCIAS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NATURALES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 (1)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ROBÓTICA (2)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ESTÉTICA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2098072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08:00 A 08:40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9970414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08:40 A 09:10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321466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09:10 A  09:50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MÚSICA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 (2)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ROBÓTICA (1)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9725641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09:50 A 10:30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400711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10:30 A 10:45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728037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10:45: A 11:20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CIENCIAS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NATURALES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FORMACIÓN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HUMANO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CRISTIANA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LENGUA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CIENCIAS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SOCIALES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5327669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11:20 A 11:55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9157655"/>
                  </a:ext>
                </a:extLst>
              </a:tr>
              <a:tr h="5801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11:55 A 12:30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LENGUA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SOCIO 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EMOCIONAL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152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4913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/>
        </p:nvSpPr>
        <p:spPr>
          <a:xfrm>
            <a:off x="5036334" y="187679"/>
            <a:ext cx="497932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HORARIO DE CLASES </a:t>
            </a:r>
          </a:p>
          <a:p>
            <a:pPr algn="ctr"/>
            <a:r>
              <a:rPr lang="es-E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PRIMARIA 2025-2026</a:t>
            </a:r>
            <a:endParaRPr lang="es-ES" sz="28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9287026" y="390303"/>
            <a:ext cx="2383089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2do</a:t>
            </a:r>
            <a:r>
              <a:rPr lang="es-ES" sz="3400" b="0" u="sng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ES" sz="3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Grado</a:t>
            </a:r>
            <a:r>
              <a:rPr lang="es-ES" sz="3400" b="0" u="sng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ES" sz="34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  <a:endParaRPr lang="es-ES" sz="34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7674123" y="6289705"/>
            <a:ext cx="3478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1400" b="1" dirty="0" smtClean="0"/>
              <a:t>Licda. </a:t>
            </a:r>
            <a:r>
              <a:rPr lang="es-VE" sz="1400" b="1" dirty="0" err="1" smtClean="0"/>
              <a:t>Escarleth</a:t>
            </a:r>
            <a:r>
              <a:rPr lang="es-VE" sz="1400" b="1" dirty="0" smtClean="0"/>
              <a:t> López de </a:t>
            </a:r>
            <a:r>
              <a:rPr lang="es-VE" sz="1400" b="1" dirty="0" err="1" smtClean="0"/>
              <a:t>Antolini</a:t>
            </a:r>
            <a:endParaRPr lang="es-VE" sz="1400" b="1" dirty="0" smtClean="0"/>
          </a:p>
          <a:p>
            <a:pPr algn="ctr"/>
            <a:r>
              <a:rPr lang="es-VE" sz="1400" b="1" dirty="0" smtClean="0"/>
              <a:t>Directora Académica</a:t>
            </a:r>
            <a:endParaRPr lang="en-US" sz="1400" b="1" dirty="0"/>
          </a:p>
        </p:txBody>
      </p:sp>
      <p:pic>
        <p:nvPicPr>
          <p:cNvPr id="10" name="0 Imagen" descr="logo fray luis amigo.jpg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926" b="98519" l="5185" r="95556">
                        <a14:foregroundMark x1="41481" y1="22963" x2="54074" y2="25926"/>
                        <a14:foregroundMark x1="50370" y1="5926" x2="50370" y2="5926"/>
                        <a14:foregroundMark x1="37037" y1="45185" x2="40741" y2="31852"/>
                        <a14:foregroundMark x1="22222" y1="69630" x2="54074" y2="844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4251" y="187679"/>
            <a:ext cx="1020903" cy="924421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1661329" y="344137"/>
            <a:ext cx="387193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COLEGIO FRAY LUIS AMIGÓ</a:t>
            </a:r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 algn="ctr"/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SAN FELIPE - YARACUY</a:t>
            </a:r>
            <a:endParaRPr lang="es-ES" sz="20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505908"/>
              </p:ext>
            </p:extLst>
          </p:nvPr>
        </p:nvGraphicFramePr>
        <p:xfrm>
          <a:off x="872838" y="1208481"/>
          <a:ext cx="10440783" cy="4931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35438">
                  <a:extLst>
                    <a:ext uri="{9D8B030D-6E8A-4147-A177-3AD203B41FA5}">
                      <a16:colId xmlns:a16="http://schemas.microsoft.com/office/drawing/2014/main" val="2814926253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2077250739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1812563113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899573804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606635989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2988311552"/>
                    </a:ext>
                  </a:extLst>
                </a:gridCol>
              </a:tblGrid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HORAS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LUNES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MARTES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MIERCOLES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JUEVES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VIERNES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8435905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07:20 A 08:00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CIENCIAS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NATURALES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FORMACIÓN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HUMANO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CRISTIANA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 (1)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ROBÓTICA (2)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2098072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08:00 A 08:40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9970414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08:40 A 09:10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321466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09:10 A  09:50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CIENCIAS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NATURALES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 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CIENCIAS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SOCIALES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MÚSICA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 (2)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ROBÓTICA (1)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9725641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09:50 A 10:30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400711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10:30 A 10:45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728037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10:45: A 11:20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CIENCIAS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SOCIALES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LENGUA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ESTÉTICA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LENGUA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5327669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11:20 A 11:55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9157655"/>
                  </a:ext>
                </a:extLst>
              </a:tr>
              <a:tr h="5801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11:55 A 12:30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LENGUA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SOCIO 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EMOCIONAL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152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0625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/>
        </p:nvSpPr>
        <p:spPr>
          <a:xfrm>
            <a:off x="5036334" y="187679"/>
            <a:ext cx="497932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HORARIO DE CLASES </a:t>
            </a:r>
          </a:p>
          <a:p>
            <a:pPr algn="ctr"/>
            <a:r>
              <a:rPr lang="es-E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PRIMARIA 2025-2026</a:t>
            </a:r>
            <a:endParaRPr lang="es-ES" sz="28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9308071" y="443088"/>
            <a:ext cx="2307748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3er</a:t>
            </a:r>
            <a:r>
              <a:rPr lang="es-ES" sz="3400" b="0" u="sng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ES" sz="3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Grado</a:t>
            </a:r>
            <a:r>
              <a:rPr lang="es-ES" sz="3400" b="0" u="sng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ES" sz="3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endParaRPr lang="es-ES" sz="34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7674123" y="6289705"/>
            <a:ext cx="3478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1400" b="1" dirty="0" smtClean="0"/>
              <a:t>Licda. </a:t>
            </a:r>
            <a:r>
              <a:rPr lang="es-VE" sz="1400" b="1" dirty="0" err="1" smtClean="0"/>
              <a:t>Escarleth</a:t>
            </a:r>
            <a:r>
              <a:rPr lang="es-VE" sz="1400" b="1" dirty="0" smtClean="0"/>
              <a:t> López de </a:t>
            </a:r>
            <a:r>
              <a:rPr lang="es-VE" sz="1400" b="1" dirty="0" err="1" smtClean="0"/>
              <a:t>Antolini</a:t>
            </a:r>
            <a:endParaRPr lang="es-VE" sz="1400" b="1" dirty="0" smtClean="0"/>
          </a:p>
          <a:p>
            <a:pPr algn="ctr"/>
            <a:r>
              <a:rPr lang="es-VE" sz="1400" b="1" dirty="0" smtClean="0"/>
              <a:t>Directora Académica</a:t>
            </a:r>
            <a:endParaRPr lang="en-US" sz="1400" b="1" dirty="0"/>
          </a:p>
        </p:txBody>
      </p:sp>
      <p:pic>
        <p:nvPicPr>
          <p:cNvPr id="10" name="0 Imagen" descr="logo fray luis amigo.jpg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926" b="98519" l="5185" r="95556">
                        <a14:foregroundMark x1="41481" y1="22963" x2="54074" y2="25926"/>
                        <a14:foregroundMark x1="50370" y1="5926" x2="50370" y2="5926"/>
                        <a14:foregroundMark x1="37037" y1="45185" x2="40741" y2="31852"/>
                        <a14:foregroundMark x1="22222" y1="69630" x2="54074" y2="844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4251" y="187679"/>
            <a:ext cx="1020903" cy="924421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1661329" y="344137"/>
            <a:ext cx="387193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COLEGIO FRAY LUIS AMIGÓ</a:t>
            </a:r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 algn="ctr"/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SAN FELIPE - YARACUY</a:t>
            </a:r>
            <a:endParaRPr lang="es-ES" sz="20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8097342"/>
              </p:ext>
            </p:extLst>
          </p:nvPr>
        </p:nvGraphicFramePr>
        <p:xfrm>
          <a:off x="872838" y="1208481"/>
          <a:ext cx="10440783" cy="4931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35438">
                  <a:extLst>
                    <a:ext uri="{9D8B030D-6E8A-4147-A177-3AD203B41FA5}">
                      <a16:colId xmlns:a16="http://schemas.microsoft.com/office/drawing/2014/main" val="2814926253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2077250739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1812563113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899573804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606635989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2988311552"/>
                    </a:ext>
                  </a:extLst>
                </a:gridCol>
              </a:tblGrid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HORAS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LUNES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MARTES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MIERCOLES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JUEVES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VIERNES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8435905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07:20 A 08:00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 (1)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ROBÓTICA (2)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LENGUA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CIENCIAS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NATURALES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CIENCIAS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SOCIALES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ESTÉTICA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2098072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08:00 A 08:40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9970414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08:40 A 09:10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321466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09:10 A  09:50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 (2)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ROBÓTICA (1)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FORMACIÓN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HUMANO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CRISTIANA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LENGUA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9725641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09:50 A 10:30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400711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10:30 A 10:45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728037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10:45: A 11:20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CIENCIAS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SOCIALES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MÚSICA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CIENCIAS 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NATURALES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5327669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11:20 A 11:55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9157655"/>
                  </a:ext>
                </a:extLst>
              </a:tr>
              <a:tr h="5801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11:55 A 12:30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LENGUA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SOCIO 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EMOCIONAL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152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4225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/>
        </p:nvSpPr>
        <p:spPr>
          <a:xfrm>
            <a:off x="5036334" y="187679"/>
            <a:ext cx="497932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HORARIO DE CLASES </a:t>
            </a:r>
          </a:p>
          <a:p>
            <a:pPr algn="ctr"/>
            <a:r>
              <a:rPr lang="es-E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PRIMARIA 2025-2026</a:t>
            </a:r>
            <a:endParaRPr lang="es-ES" sz="28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9315285" y="390303"/>
            <a:ext cx="2293321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3er</a:t>
            </a:r>
            <a:r>
              <a:rPr lang="es-ES" sz="3400" b="0" u="sng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ES" sz="3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Grado</a:t>
            </a:r>
            <a:r>
              <a:rPr lang="es-ES" sz="3400" b="0" u="sng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ES" sz="3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  <a:endParaRPr lang="es-ES" sz="34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7674123" y="6289705"/>
            <a:ext cx="3478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1400" b="1" dirty="0" smtClean="0"/>
              <a:t>Licda. </a:t>
            </a:r>
            <a:r>
              <a:rPr lang="es-VE" sz="1400" b="1" dirty="0" err="1" smtClean="0"/>
              <a:t>Escarleth</a:t>
            </a:r>
            <a:r>
              <a:rPr lang="es-VE" sz="1400" b="1" dirty="0" smtClean="0"/>
              <a:t> López de </a:t>
            </a:r>
            <a:r>
              <a:rPr lang="es-VE" sz="1400" b="1" dirty="0" err="1" smtClean="0"/>
              <a:t>Antolini</a:t>
            </a:r>
            <a:endParaRPr lang="es-VE" sz="1400" b="1" dirty="0" smtClean="0"/>
          </a:p>
          <a:p>
            <a:pPr algn="ctr"/>
            <a:r>
              <a:rPr lang="es-VE" sz="1400" b="1" dirty="0" smtClean="0"/>
              <a:t>Directora Académica</a:t>
            </a:r>
            <a:endParaRPr lang="en-US" sz="1400" b="1" dirty="0"/>
          </a:p>
        </p:txBody>
      </p:sp>
      <p:pic>
        <p:nvPicPr>
          <p:cNvPr id="10" name="0 Imagen" descr="logo fray luis amigo.jpg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926" b="98519" l="5185" r="95556">
                        <a14:foregroundMark x1="41481" y1="22963" x2="54074" y2="25926"/>
                        <a14:foregroundMark x1="50370" y1="5926" x2="50370" y2="5926"/>
                        <a14:foregroundMark x1="37037" y1="45185" x2="40741" y2="31852"/>
                        <a14:foregroundMark x1="22222" y1="69630" x2="54074" y2="844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4251" y="187679"/>
            <a:ext cx="1020903" cy="924421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1661329" y="344137"/>
            <a:ext cx="387193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COLEGIO FRAY LUIS AMIGÓ</a:t>
            </a:r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 algn="ctr"/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SAN FELIPE - YARACUY</a:t>
            </a:r>
            <a:endParaRPr lang="es-ES" sz="20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3998101"/>
              </p:ext>
            </p:extLst>
          </p:nvPr>
        </p:nvGraphicFramePr>
        <p:xfrm>
          <a:off x="872838" y="1208481"/>
          <a:ext cx="10440783" cy="4931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35438">
                  <a:extLst>
                    <a:ext uri="{9D8B030D-6E8A-4147-A177-3AD203B41FA5}">
                      <a16:colId xmlns:a16="http://schemas.microsoft.com/office/drawing/2014/main" val="2814926253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2077250739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1812563113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899573804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606635989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2988311552"/>
                    </a:ext>
                  </a:extLst>
                </a:gridCol>
              </a:tblGrid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HORAS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LUNES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MARTES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MIERCOLES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JUEVES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VIERNES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8435905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07:20 A 08:00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LENGUA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 (1)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ROBÓTICA (2)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ESTÉTICA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CIENCIAS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SOCIALES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2098072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08:00 A 08:40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9970414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08:40 A 09:10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321466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09:10 A  09:50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MÚSICA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 (2)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ROBÓTICA (1)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LENGUA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9725641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09:50 A 10:30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400711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10:30 A 10:45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728037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10:45: A 11:20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CIENCIAS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SOCIALES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CIENCIAS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NATURALES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FORMACIÓN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HUMANO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CRISTIANA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CIENCIAS 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NATURALES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5327669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11:20 A 11:55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9157655"/>
                  </a:ext>
                </a:extLst>
              </a:tr>
              <a:tr h="5801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11:55 A 12:30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LENGUA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SOCIO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EMOCIONAL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152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073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/>
        </p:nvSpPr>
        <p:spPr>
          <a:xfrm>
            <a:off x="5036334" y="187679"/>
            <a:ext cx="497932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HORARIO DE CLASES </a:t>
            </a:r>
          </a:p>
          <a:p>
            <a:pPr algn="ctr"/>
            <a:r>
              <a:rPr lang="es-E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PRIMARIA 2025-2026</a:t>
            </a:r>
            <a:endParaRPr lang="es-ES" sz="28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9306981" y="390303"/>
            <a:ext cx="2309928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4to</a:t>
            </a:r>
            <a:r>
              <a:rPr lang="es-ES" sz="3400" b="0" u="sng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ES" sz="3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Grado</a:t>
            </a:r>
            <a:r>
              <a:rPr lang="es-ES" sz="3400" b="0" u="sng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ES" sz="34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endParaRPr lang="es-ES" sz="34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7674123" y="6289705"/>
            <a:ext cx="3478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1400" b="1" dirty="0" smtClean="0"/>
              <a:t>Licda. </a:t>
            </a:r>
            <a:r>
              <a:rPr lang="es-VE" sz="1400" b="1" dirty="0" err="1" smtClean="0"/>
              <a:t>Escarleth</a:t>
            </a:r>
            <a:r>
              <a:rPr lang="es-VE" sz="1400" b="1" dirty="0" smtClean="0"/>
              <a:t> López de </a:t>
            </a:r>
            <a:r>
              <a:rPr lang="es-VE" sz="1400" b="1" dirty="0" err="1" smtClean="0"/>
              <a:t>Antolini</a:t>
            </a:r>
            <a:endParaRPr lang="es-VE" sz="1400" b="1" dirty="0" smtClean="0"/>
          </a:p>
          <a:p>
            <a:pPr algn="ctr"/>
            <a:r>
              <a:rPr lang="es-VE" sz="1400" b="1" dirty="0" smtClean="0"/>
              <a:t>Directora Académica</a:t>
            </a:r>
            <a:endParaRPr lang="en-US" sz="1400" b="1" dirty="0"/>
          </a:p>
        </p:txBody>
      </p:sp>
      <p:pic>
        <p:nvPicPr>
          <p:cNvPr id="10" name="0 Imagen" descr="logo fray luis amigo.jpg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926" b="98519" l="5185" r="95556">
                        <a14:foregroundMark x1="41481" y1="22963" x2="54074" y2="25926"/>
                        <a14:foregroundMark x1="50370" y1="5926" x2="50370" y2="5926"/>
                        <a14:foregroundMark x1="37037" y1="45185" x2="40741" y2="31852"/>
                        <a14:foregroundMark x1="22222" y1="69630" x2="54074" y2="844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4251" y="187679"/>
            <a:ext cx="1020903" cy="924421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1661329" y="344137"/>
            <a:ext cx="387193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COLEGIO FRAY LUIS AMIGÓ</a:t>
            </a:r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 algn="ctr"/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SAN FELIPE - YARACUY</a:t>
            </a:r>
            <a:endParaRPr lang="es-ES" sz="20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6148946"/>
              </p:ext>
            </p:extLst>
          </p:nvPr>
        </p:nvGraphicFramePr>
        <p:xfrm>
          <a:off x="872838" y="1208481"/>
          <a:ext cx="10440783" cy="4931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35438">
                  <a:extLst>
                    <a:ext uri="{9D8B030D-6E8A-4147-A177-3AD203B41FA5}">
                      <a16:colId xmlns:a16="http://schemas.microsoft.com/office/drawing/2014/main" val="2814926253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2077250739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1812563113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899573804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606635989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2988311552"/>
                    </a:ext>
                  </a:extLst>
                </a:gridCol>
              </a:tblGrid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HORAS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LUNES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MARTES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MIERCOLES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JUEVES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VIERNES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8435905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07:20 A 08:00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FORMACIÓN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HUMANO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CRISTIANA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CIENCIAS 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SOCIALES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CIENCIAS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NATURALES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LENGUA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2098072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08:00 A 08:40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9970414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08:40 A 09:10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321466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09:10 A  09:50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CIENCIAS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NATURALES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LENGUA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9725641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09:50 A 10:30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400711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10:30 A 10:45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728037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10:45: A 11:20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 (1)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ROBÓTICA (2)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 (2)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ROBÓTICA (1)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MÚSICA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CIENCIAS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SOCIALES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5327669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11:20 A 11:55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9157655"/>
                  </a:ext>
                </a:extLst>
              </a:tr>
              <a:tr h="5801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11:55 A 12:30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SOCIO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EMOCIONAL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LENGUA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ESTÉTICA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 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ESTÉTICA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152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0114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/>
        </p:nvSpPr>
        <p:spPr>
          <a:xfrm>
            <a:off x="5036334" y="187679"/>
            <a:ext cx="497932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HORARIO DE CLASES </a:t>
            </a:r>
          </a:p>
          <a:p>
            <a:pPr algn="ctr"/>
            <a:r>
              <a:rPr lang="es-E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PRIMARIA 2025-2026</a:t>
            </a:r>
            <a:endParaRPr lang="es-ES" sz="28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9314195" y="390303"/>
            <a:ext cx="2295501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4to</a:t>
            </a:r>
            <a:r>
              <a:rPr lang="es-ES" sz="3400" b="0" u="sng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ES" sz="3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Grado</a:t>
            </a:r>
            <a:r>
              <a:rPr lang="es-ES" sz="3400" b="0" u="sng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ES" sz="34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  <a:endParaRPr lang="es-ES" sz="34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7674123" y="6289705"/>
            <a:ext cx="3478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1400" b="1" dirty="0" smtClean="0"/>
              <a:t>Licda. </a:t>
            </a:r>
            <a:r>
              <a:rPr lang="es-VE" sz="1400" b="1" dirty="0" err="1" smtClean="0"/>
              <a:t>Escarleth</a:t>
            </a:r>
            <a:r>
              <a:rPr lang="es-VE" sz="1400" b="1" dirty="0" smtClean="0"/>
              <a:t> López de </a:t>
            </a:r>
            <a:r>
              <a:rPr lang="es-VE" sz="1400" b="1" dirty="0" err="1" smtClean="0"/>
              <a:t>Antolini</a:t>
            </a:r>
            <a:endParaRPr lang="es-VE" sz="1400" b="1" dirty="0" smtClean="0"/>
          </a:p>
          <a:p>
            <a:pPr algn="ctr"/>
            <a:r>
              <a:rPr lang="es-VE" sz="1400" b="1" dirty="0" smtClean="0"/>
              <a:t>Directora Académica</a:t>
            </a:r>
            <a:endParaRPr lang="en-US" sz="1400" b="1" dirty="0"/>
          </a:p>
        </p:txBody>
      </p:sp>
      <p:pic>
        <p:nvPicPr>
          <p:cNvPr id="10" name="0 Imagen" descr="logo fray luis amigo.jpg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926" b="98519" l="5185" r="95556">
                        <a14:foregroundMark x1="41481" y1="22963" x2="54074" y2="25926"/>
                        <a14:foregroundMark x1="50370" y1="5926" x2="50370" y2="5926"/>
                        <a14:foregroundMark x1="37037" y1="45185" x2="40741" y2="31852"/>
                        <a14:foregroundMark x1="22222" y1="69630" x2="54074" y2="844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4251" y="187679"/>
            <a:ext cx="1020903" cy="924421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1661329" y="344137"/>
            <a:ext cx="387193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COLEGIO FRAY LUIS AMIGÓ</a:t>
            </a:r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 algn="ctr"/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SAN FELIPE - YARACUY</a:t>
            </a:r>
            <a:endParaRPr lang="es-ES" sz="20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7938371"/>
              </p:ext>
            </p:extLst>
          </p:nvPr>
        </p:nvGraphicFramePr>
        <p:xfrm>
          <a:off x="872838" y="1208481"/>
          <a:ext cx="10440783" cy="4931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35438">
                  <a:extLst>
                    <a:ext uri="{9D8B030D-6E8A-4147-A177-3AD203B41FA5}">
                      <a16:colId xmlns:a16="http://schemas.microsoft.com/office/drawing/2014/main" val="2814926253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2077250739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1812563113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899573804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606635989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2988311552"/>
                    </a:ext>
                  </a:extLst>
                </a:gridCol>
              </a:tblGrid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HORAS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LUNES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MARTES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MIERCOLES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JUEVES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VIERNES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8435905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07:20 A 08:00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MÚSICA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 (1)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ROBÓTICA (2)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LENGUA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2098072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08:00 A 08:40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9970414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08:40 A 09:10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321466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09:10 A  09:50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FORMACIÓN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HUMANO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CRISTIANA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LENGUA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CIENCIAS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SOCIALES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 (2)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ROBÓTICA (1)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9725641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09:50 A 10:30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400711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10:30 A 10:45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728037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10:45: A 11:20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CIENCIAS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SOCIALES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CIENCIAS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NATURALES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CIENCIAS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NATURALES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5327669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11:20 A 11:55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9157655"/>
                  </a:ext>
                </a:extLst>
              </a:tr>
              <a:tr h="5801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11:55 A 12:30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LENGUA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ESTÉTICA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ESTÉTICA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SOCIO 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EMOCIONAL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152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7428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/>
        </p:nvSpPr>
        <p:spPr>
          <a:xfrm>
            <a:off x="5036334" y="187679"/>
            <a:ext cx="497932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HORARIO DE CLASES </a:t>
            </a:r>
          </a:p>
          <a:p>
            <a:pPr algn="ctr"/>
            <a:r>
              <a:rPr lang="es-E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PRIMARIA 2025-2026</a:t>
            </a:r>
            <a:endParaRPr lang="es-ES" sz="28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9306981" y="390303"/>
            <a:ext cx="2309928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4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r>
              <a:rPr lang="es-ES" sz="3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</a:t>
            </a:r>
            <a:r>
              <a:rPr lang="es-ES" sz="3400" b="0" u="sng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ES" sz="3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Grado</a:t>
            </a:r>
            <a:r>
              <a:rPr lang="es-ES" sz="3400" b="0" u="sng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ES" sz="34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endParaRPr lang="es-ES" sz="34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7674123" y="6289705"/>
            <a:ext cx="3478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1400" b="1" dirty="0" smtClean="0"/>
              <a:t>Licda. </a:t>
            </a:r>
            <a:r>
              <a:rPr lang="es-VE" sz="1400" b="1" dirty="0" err="1" smtClean="0"/>
              <a:t>Escarleth</a:t>
            </a:r>
            <a:r>
              <a:rPr lang="es-VE" sz="1400" b="1" dirty="0" smtClean="0"/>
              <a:t> López de </a:t>
            </a:r>
            <a:r>
              <a:rPr lang="es-VE" sz="1400" b="1" dirty="0" err="1" smtClean="0"/>
              <a:t>Antolini</a:t>
            </a:r>
            <a:endParaRPr lang="es-VE" sz="1400" b="1" dirty="0" smtClean="0"/>
          </a:p>
          <a:p>
            <a:pPr algn="ctr"/>
            <a:r>
              <a:rPr lang="es-VE" sz="1400" b="1" dirty="0" smtClean="0"/>
              <a:t>Directora Académica</a:t>
            </a:r>
            <a:endParaRPr lang="en-US" sz="1400" b="1" dirty="0"/>
          </a:p>
        </p:txBody>
      </p:sp>
      <p:pic>
        <p:nvPicPr>
          <p:cNvPr id="10" name="0 Imagen" descr="logo fray luis amigo.jpg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926" b="98519" l="5185" r="95556">
                        <a14:foregroundMark x1="41481" y1="22963" x2="54074" y2="25926"/>
                        <a14:foregroundMark x1="50370" y1="5926" x2="50370" y2="5926"/>
                        <a14:foregroundMark x1="37037" y1="45185" x2="40741" y2="31852"/>
                        <a14:foregroundMark x1="22222" y1="69630" x2="54074" y2="844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4251" y="187679"/>
            <a:ext cx="1020903" cy="924421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1661329" y="344137"/>
            <a:ext cx="387193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COLEGIO FRAY LUIS AMIGÓ</a:t>
            </a:r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 algn="ctr"/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SAN FELIPE - YARACUY</a:t>
            </a:r>
            <a:endParaRPr lang="es-ES" sz="20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1370855"/>
              </p:ext>
            </p:extLst>
          </p:nvPr>
        </p:nvGraphicFramePr>
        <p:xfrm>
          <a:off x="872838" y="1208481"/>
          <a:ext cx="10440783" cy="4931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35438">
                  <a:extLst>
                    <a:ext uri="{9D8B030D-6E8A-4147-A177-3AD203B41FA5}">
                      <a16:colId xmlns:a16="http://schemas.microsoft.com/office/drawing/2014/main" val="2814926253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2077250739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1812563113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899573804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606635989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2988311552"/>
                    </a:ext>
                  </a:extLst>
                </a:gridCol>
              </a:tblGrid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HORAS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LUNES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MARTES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MIERCOLES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JUEVES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VIERNES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8435905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07:20 A 08:00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LENGUA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CIENCIAS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SOCIALES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 (1)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ROBÓTICA (2)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MÚSICA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2098072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08:00 A 08:40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9970414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08:40 A 09:10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321466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09:10 A  09:50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CIENCIAS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NATURALES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 (2)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ROBÓTICA (1)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LENGUA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9725641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09:50 A 10:30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400711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10:30 A 10:45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728037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10:45: A 11:20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FORMACIÓN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HUMANO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CRISTIANA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CIENCIAS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NATURALES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CIENCIAS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SOCIALES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5327669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11:20 A 11:55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9157655"/>
                  </a:ext>
                </a:extLst>
              </a:tr>
              <a:tr h="5801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11:55 A 12:30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ESTÉTICA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LENGUA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ESTÉTICA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SOCIO 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EMOCIONAL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152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6701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/>
        </p:nvSpPr>
        <p:spPr>
          <a:xfrm>
            <a:off x="5036334" y="187679"/>
            <a:ext cx="497932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HORARIO DE CLASES </a:t>
            </a:r>
          </a:p>
          <a:p>
            <a:pPr algn="ctr"/>
            <a:r>
              <a:rPr lang="es-E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PRIMARIA 2025-2026</a:t>
            </a:r>
            <a:endParaRPr lang="es-ES" sz="28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9314195" y="390303"/>
            <a:ext cx="2295501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4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r>
              <a:rPr lang="es-ES" sz="3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</a:t>
            </a:r>
            <a:r>
              <a:rPr lang="es-ES" sz="3400" b="0" u="sng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ES" sz="3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Grado</a:t>
            </a:r>
            <a:r>
              <a:rPr lang="es-ES" sz="3400" b="0" u="sng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ES" sz="34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  <a:endParaRPr lang="es-ES" sz="34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7674123" y="6289705"/>
            <a:ext cx="3478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1400" b="1" dirty="0" smtClean="0"/>
              <a:t>Licda. </a:t>
            </a:r>
            <a:r>
              <a:rPr lang="es-VE" sz="1400" b="1" dirty="0" err="1" smtClean="0"/>
              <a:t>Escarleth</a:t>
            </a:r>
            <a:r>
              <a:rPr lang="es-VE" sz="1400" b="1" dirty="0" smtClean="0"/>
              <a:t> López de </a:t>
            </a:r>
            <a:r>
              <a:rPr lang="es-VE" sz="1400" b="1" dirty="0" err="1" smtClean="0"/>
              <a:t>Antolini</a:t>
            </a:r>
            <a:endParaRPr lang="es-VE" sz="1400" b="1" dirty="0" smtClean="0"/>
          </a:p>
          <a:p>
            <a:pPr algn="ctr"/>
            <a:r>
              <a:rPr lang="es-VE" sz="1400" b="1" dirty="0" smtClean="0"/>
              <a:t>Directora Académica</a:t>
            </a:r>
            <a:endParaRPr lang="en-US" sz="1400" b="1" dirty="0"/>
          </a:p>
        </p:txBody>
      </p:sp>
      <p:pic>
        <p:nvPicPr>
          <p:cNvPr id="10" name="0 Imagen" descr="logo fray luis amigo.jpg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926" b="98519" l="5185" r="95556">
                        <a14:foregroundMark x1="41481" y1="22963" x2="54074" y2="25926"/>
                        <a14:foregroundMark x1="50370" y1="5926" x2="50370" y2="5926"/>
                        <a14:foregroundMark x1="37037" y1="45185" x2="40741" y2="31852"/>
                        <a14:foregroundMark x1="22222" y1="69630" x2="54074" y2="844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4251" y="187679"/>
            <a:ext cx="1020903" cy="924421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1661329" y="344137"/>
            <a:ext cx="387193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COLEGIO FRAY LUIS AMIGÓ</a:t>
            </a:r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 algn="ctr"/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SAN FELIPE - YARACUY</a:t>
            </a:r>
            <a:endParaRPr lang="es-ES" sz="20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373079"/>
              </p:ext>
            </p:extLst>
          </p:nvPr>
        </p:nvGraphicFramePr>
        <p:xfrm>
          <a:off x="872838" y="1208481"/>
          <a:ext cx="10440783" cy="4931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35438">
                  <a:extLst>
                    <a:ext uri="{9D8B030D-6E8A-4147-A177-3AD203B41FA5}">
                      <a16:colId xmlns:a16="http://schemas.microsoft.com/office/drawing/2014/main" val="2814926253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2077250739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1812563113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899573804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606635989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2988311552"/>
                    </a:ext>
                  </a:extLst>
                </a:gridCol>
              </a:tblGrid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HORAS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LUNES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MARTES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MIERCOLES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JUEVES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VIERNES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8435905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07:20 A 08:00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CIENCIAS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SOCIALES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CIENCIAS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NATURALES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LENGUA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2098072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08:00 A 08:40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9970414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08:40 A 09:10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321466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09:10 A  09:50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CIENCIAS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SOCIALES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MÚSICA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CIENCIAS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NATURALES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LENGUA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9725641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09:50 A 10:30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400711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10:30 A 10:45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728037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10:45: A 11:20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FORMACIÓN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HUMANO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CRISTIANA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 (1)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ROBÓTICA (2)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 (2)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ROBÓTICA (1)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5327669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11:20 A 11:55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9157655"/>
                  </a:ext>
                </a:extLst>
              </a:tr>
              <a:tr h="5801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11:55 A 12:30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ESTÉTICA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LENGUA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ESTÉTICA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SOCIO 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EMOCIONAL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152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4137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/>
        </p:nvSpPr>
        <p:spPr>
          <a:xfrm>
            <a:off x="5036334" y="187679"/>
            <a:ext cx="497932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HORARIO DE CLASES </a:t>
            </a:r>
          </a:p>
          <a:p>
            <a:pPr algn="ctr"/>
            <a:r>
              <a:rPr lang="es-E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PRIMARIA 2025-2026</a:t>
            </a:r>
            <a:endParaRPr lang="es-ES" sz="28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9306981" y="390303"/>
            <a:ext cx="2309928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6to</a:t>
            </a:r>
            <a:r>
              <a:rPr lang="es-ES" sz="3400" b="0" u="sng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ES" sz="3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Grado</a:t>
            </a:r>
            <a:r>
              <a:rPr lang="es-ES" sz="3400" b="0" u="sng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ES" sz="34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endParaRPr lang="es-ES" sz="34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7674123" y="6289705"/>
            <a:ext cx="3478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1400" b="1" dirty="0" smtClean="0"/>
              <a:t>Licda. </a:t>
            </a:r>
            <a:r>
              <a:rPr lang="es-VE" sz="1400" b="1" dirty="0" err="1" smtClean="0"/>
              <a:t>Escarleth</a:t>
            </a:r>
            <a:r>
              <a:rPr lang="es-VE" sz="1400" b="1" dirty="0" smtClean="0"/>
              <a:t> López de </a:t>
            </a:r>
            <a:r>
              <a:rPr lang="es-VE" sz="1400" b="1" dirty="0" err="1" smtClean="0"/>
              <a:t>Antolini</a:t>
            </a:r>
            <a:endParaRPr lang="es-VE" sz="1400" b="1" dirty="0" smtClean="0"/>
          </a:p>
          <a:p>
            <a:pPr algn="ctr"/>
            <a:r>
              <a:rPr lang="es-VE" sz="1400" b="1" dirty="0" smtClean="0"/>
              <a:t>Directora Académica</a:t>
            </a:r>
            <a:endParaRPr lang="en-US" sz="1400" b="1" dirty="0"/>
          </a:p>
        </p:txBody>
      </p:sp>
      <p:pic>
        <p:nvPicPr>
          <p:cNvPr id="10" name="0 Imagen" descr="logo fray luis amigo.jpg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926" b="98519" l="5185" r="95556">
                        <a14:foregroundMark x1="41481" y1="22963" x2="54074" y2="25926"/>
                        <a14:foregroundMark x1="50370" y1="5926" x2="50370" y2="5926"/>
                        <a14:foregroundMark x1="37037" y1="45185" x2="40741" y2="31852"/>
                        <a14:foregroundMark x1="22222" y1="69630" x2="54074" y2="844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4251" y="187679"/>
            <a:ext cx="1020903" cy="924421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1661329" y="344137"/>
            <a:ext cx="387193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COLEGIO FRAY LUIS AMIGÓ</a:t>
            </a:r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 algn="ctr"/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SAN FELIPE - YARACUY</a:t>
            </a:r>
            <a:endParaRPr lang="es-ES" sz="20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87624"/>
              </p:ext>
            </p:extLst>
          </p:nvPr>
        </p:nvGraphicFramePr>
        <p:xfrm>
          <a:off x="872838" y="1208481"/>
          <a:ext cx="10440783" cy="4931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35438">
                  <a:extLst>
                    <a:ext uri="{9D8B030D-6E8A-4147-A177-3AD203B41FA5}">
                      <a16:colId xmlns:a16="http://schemas.microsoft.com/office/drawing/2014/main" val="2814926253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2077250739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1812563113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899573804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606635989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2988311552"/>
                    </a:ext>
                  </a:extLst>
                </a:gridCol>
              </a:tblGrid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HORAS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LUNES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MARTES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MIERCOLES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JUEVES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VIERNES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8435905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07:20 A 08:00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MÚSICA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LENGUA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 (1)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ROBÓTICA (2)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2098072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08:00 A 08:40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9970414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08:40 A 09:10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321466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09:10 A  09:50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LENGUA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FORMACIÓN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HUMANO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CRISTIANA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 (2)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ROBÓTICA (1)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9725641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09:50 A 10:30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400711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10:30 A 10:45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728037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10:45: A 11:20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CIENCIAS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SOCIALES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CIENCIAS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NATURALES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CIENCIAS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SOCIALES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CIENCIAS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NATURALES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5327669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11:20 A 11:55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9157655"/>
                  </a:ext>
                </a:extLst>
              </a:tr>
              <a:tr h="5801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11:55 A 12:30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SOCIO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EMOCIONAL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LENGUA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ESTÉTICA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 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ESTÉTICA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152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9227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/>
        </p:nvSpPr>
        <p:spPr>
          <a:xfrm>
            <a:off x="5036334" y="187679"/>
            <a:ext cx="497932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HORARIO DE CLASES </a:t>
            </a:r>
          </a:p>
          <a:p>
            <a:pPr algn="ctr"/>
            <a:r>
              <a:rPr lang="es-ES" sz="28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PRIMARIA 2025-2026</a:t>
            </a:r>
            <a:endParaRPr lang="es-ES" sz="28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9314195" y="390303"/>
            <a:ext cx="2295501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6to</a:t>
            </a:r>
            <a:r>
              <a:rPr lang="es-ES" sz="3400" b="0" u="sng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ES" sz="3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Grado</a:t>
            </a:r>
            <a:r>
              <a:rPr lang="es-ES" sz="3400" b="0" u="sng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ES" sz="3400" u="sng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  <a:endParaRPr lang="es-ES" sz="34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7674123" y="6289705"/>
            <a:ext cx="3478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1400" b="1" dirty="0" smtClean="0"/>
              <a:t>Licda. </a:t>
            </a:r>
            <a:r>
              <a:rPr lang="es-VE" sz="1400" b="1" dirty="0" err="1" smtClean="0"/>
              <a:t>Escarleth</a:t>
            </a:r>
            <a:r>
              <a:rPr lang="es-VE" sz="1400" b="1" dirty="0" smtClean="0"/>
              <a:t> López de </a:t>
            </a:r>
            <a:r>
              <a:rPr lang="es-VE" sz="1400" b="1" dirty="0" err="1" smtClean="0"/>
              <a:t>Antolini</a:t>
            </a:r>
            <a:endParaRPr lang="es-VE" sz="1400" b="1" dirty="0" smtClean="0"/>
          </a:p>
          <a:p>
            <a:pPr algn="ctr"/>
            <a:r>
              <a:rPr lang="es-VE" sz="1400" b="1" dirty="0" smtClean="0"/>
              <a:t>Directora Académica</a:t>
            </a:r>
            <a:endParaRPr lang="en-US" sz="1400" b="1" dirty="0"/>
          </a:p>
        </p:txBody>
      </p:sp>
      <p:pic>
        <p:nvPicPr>
          <p:cNvPr id="10" name="0 Imagen" descr="logo fray luis amigo.jpg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926" b="98519" l="5185" r="95556">
                        <a14:foregroundMark x1="41481" y1="22963" x2="54074" y2="25926"/>
                        <a14:foregroundMark x1="50370" y1="5926" x2="50370" y2="5926"/>
                        <a14:foregroundMark x1="37037" y1="45185" x2="40741" y2="31852"/>
                        <a14:foregroundMark x1="22222" y1="69630" x2="54074" y2="844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4251" y="187679"/>
            <a:ext cx="1020903" cy="924421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1661329" y="344137"/>
            <a:ext cx="387193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COLEGIO FRAY LUIS AMIGÓ</a:t>
            </a:r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 algn="ctr"/>
            <a:r>
              <a:rPr lang="es-E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SAN FELIPE - YARACUY</a:t>
            </a:r>
            <a:endParaRPr lang="es-ES" sz="20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97138"/>
              </p:ext>
            </p:extLst>
          </p:nvPr>
        </p:nvGraphicFramePr>
        <p:xfrm>
          <a:off x="872838" y="1208481"/>
          <a:ext cx="10440783" cy="4931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35438">
                  <a:extLst>
                    <a:ext uri="{9D8B030D-6E8A-4147-A177-3AD203B41FA5}">
                      <a16:colId xmlns:a16="http://schemas.microsoft.com/office/drawing/2014/main" val="2814926253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2077250739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1812563113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899573804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606635989"/>
                    </a:ext>
                  </a:extLst>
                </a:gridCol>
                <a:gridCol w="1701069">
                  <a:extLst>
                    <a:ext uri="{9D8B030D-6E8A-4147-A177-3AD203B41FA5}">
                      <a16:colId xmlns:a16="http://schemas.microsoft.com/office/drawing/2014/main" val="2988311552"/>
                    </a:ext>
                  </a:extLst>
                </a:gridCol>
              </a:tblGrid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HORAS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LUNES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MARTES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MIERCOLES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JUEVES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VIERNES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8435905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07:20 A 08:00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CIENCIAS 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SOCIALES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FORMACIÓN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HUMANO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CRISTIANA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CIENCIAS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NATURALES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CIENCIAS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NATURALES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2098072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08:00 A 08:40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9970414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08:40 A 09:10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321466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09:10 A  09:50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LENGUA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CIENCIAS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SOCIALES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LENGUA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9725641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09:50 A 10:30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400711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10:30 A 10:45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RECESO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728037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10:45: A 11:20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MÚSICA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FÍSICA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 (1)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ROBÓTICA (2)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INGLÉS (2)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ROBÓTICA (1)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5327669"/>
                  </a:ext>
                </a:extLst>
              </a:tr>
              <a:tr h="483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11:20 A 11:55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9157655"/>
                  </a:ext>
                </a:extLst>
              </a:tr>
              <a:tr h="5801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11:55 A 12:30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SOCIO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EMOCIONAL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MATEMÁTICA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ESTÉTICA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LENGUA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EDUCACIÓN 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ESTÉTICA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152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6205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</TotalTime>
  <Words>1032</Words>
  <Application>Microsoft Office PowerPoint</Application>
  <PresentationFormat>Panorámica</PresentationFormat>
  <Paragraphs>528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VICTOR</dc:creator>
  <cp:lastModifiedBy>Usuario</cp:lastModifiedBy>
  <cp:revision>67</cp:revision>
  <cp:lastPrinted>2025-09-11T16:10:50Z</cp:lastPrinted>
  <dcterms:created xsi:type="dcterms:W3CDTF">2025-09-04T12:28:21Z</dcterms:created>
  <dcterms:modified xsi:type="dcterms:W3CDTF">2025-09-19T14:45:23Z</dcterms:modified>
</cp:coreProperties>
</file>